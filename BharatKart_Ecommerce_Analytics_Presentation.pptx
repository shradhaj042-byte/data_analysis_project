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3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0" y="1874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BHARATKART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33172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E-Commerce Sales &amp; Customer Analytics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937760" y="3977640"/>
            <a:ext cx="22860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Data Analytics Case Study  |  FY2024–25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0" y="50749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8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13,522 Orders   •   ₹110.2M Sales   •   17 States   •   25 Cities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 |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view of the business performance behind this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0136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13,522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180136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₹110.2M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80136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₹7.3M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15400" y="180136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6.63%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8444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3,021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97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37560" y="33832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37560" y="358444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25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3337560" y="4297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/ Cities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0" y="33832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26480" y="358444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₹8,148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4297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915400" y="33832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15400" y="358444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3.95 days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8915400" y="4297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Delivery Time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623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drives half of all revenue, five states account for a disproportionate share of sales, and UPI dominates payments — while profit margins vary sharply by geography and season.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BharatKart E-Commerce Analytics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 &amp;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needs a single, data-driven view of where revenue and profit actually come from — by category, region, state, city, payment method and time period — so marketing, inventory and logistics investment can be targeted rather than spread evenly across a large, geographically dispersed customer base.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50876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737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inspect and clean a deliberately messy transactional dataset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time, customer and pricing features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core KPIs management needs on one page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structured exploratory data analysis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which categories, products, regions &amp; customers drive revenue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impact of discounting on profitability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revenue &amp; profitability geographically across India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BharatKart E-Commerce Analytics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Data Cleaning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13,522 clean order lines across 29 columns, 17 states and 25 cities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6420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nulls &amp; duplicates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66420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duplicate rows identified and dropped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4414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Standardise text fields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244144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Payment_Method labels unified (e.g. Cod → Cash On Delivery)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218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data types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321868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 → datetime, Age → integer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9959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invalid records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399592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Negative/zero Quantity, Age outside 15–90, Rating outside 1–5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7731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 whitespace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477316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grouping &amp; joins across all text columns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13,522 valid order lines • 8 product categories • 17 states • 25 cities • Jan 2024 – Dec 2025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BharatKart E-Commerce Analytics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Category-wise Sales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dominates revenue despite lower order frequency</a:t>
            </a:r>
            <a:endParaRPr lang="en-US" sz="1400" dirty="0"/>
          </a:p>
        </p:txBody>
      </p:sp>
      <p:pic>
        <p:nvPicPr>
          <p:cNvPr id="4" name="Image 0" descr="chart_category_sa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1417320"/>
            <a:ext cx="10058400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BharatKart E-Commerce Analytics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Frequency vs. Revenue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sells most often; Electronics earns the most per order</a:t>
            </a:r>
            <a:endParaRPr lang="en-US" sz="1400" dirty="0"/>
          </a:p>
        </p:txBody>
      </p:sp>
      <p:pic>
        <p:nvPicPr>
          <p:cNvPr id="4" name="Image 0" descr="chart_orders_by_categ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08760"/>
            <a:ext cx="566928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508760"/>
            <a:ext cx="5349240" cy="4846320"/>
          </a:xfrm>
          <a:prstGeom prst="roundRect">
            <a:avLst>
              <a:gd name="adj" fmla="val 1132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2940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629400" y="214884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generates the highest order frequency (3,246 orders), but Electronics produces the highest sales revenue (₹54.86M). This confirms Electronics carries a much higher average order value than high-frequency, lower-ticket categories like Fashion and Grocery.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BharatKart E-Commerce Analytics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Products by Revenue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sales don't always mean high profitability</a:t>
            </a:r>
            <a:endParaRPr lang="en-US" sz="1400" dirty="0"/>
          </a:p>
        </p:txBody>
      </p:sp>
      <p:pic>
        <p:nvPicPr>
          <p:cNvPr id="4" name="Image 0" descr="chart_top10_produ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417320"/>
            <a:ext cx="10332720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BharatKart E-Commerce Analytics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Region-wise Sales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and West together drive over 60% of total revenue</a:t>
            </a:r>
            <a:endParaRPr lang="en-US" sz="1400" dirty="0"/>
          </a:p>
        </p:txBody>
      </p:sp>
      <p:pic>
        <p:nvPicPr>
          <p:cNvPr id="4" name="Image 0" descr="chart_region_sa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1463040"/>
            <a:ext cx="10058400" cy="5029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BharatKart E-Commerce Analytics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States by Sales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leads with ₹24.9M — nearly double the next state</a:t>
            </a:r>
            <a:endParaRPr lang="en-US" sz="1400" dirty="0"/>
          </a:p>
        </p:txBody>
      </p:sp>
      <p:pic>
        <p:nvPicPr>
          <p:cNvPr id="4" name="Image 0" descr="chart_top10_stat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1417320"/>
            <a:ext cx="10058400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BharatKart E-Commerce Analytics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Analysis: State-wise Sales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concentrated in five leading states</a:t>
            </a:r>
            <a:endParaRPr lang="en-US" sz="1400" dirty="0"/>
          </a:p>
        </p:txBody>
      </p:sp>
      <p:pic>
        <p:nvPicPr>
          <p:cNvPr id="4" name="Image 0" descr="chart_map_choropleth_state_sa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0" y="1463040"/>
            <a:ext cx="4343400" cy="4983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BharatKart E-Commerce Analytics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Analysis: City-wise Volume &amp; Margin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size = total sales | Color = profit margin %</a:t>
            </a:r>
            <a:endParaRPr lang="en-US" sz="1400" dirty="0"/>
          </a:p>
        </p:txBody>
      </p:sp>
      <p:pic>
        <p:nvPicPr>
          <p:cNvPr id="4" name="Image 0" descr="chart_map_bubble_city_sa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77640" y="1463040"/>
            <a:ext cx="4206240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49640" y="2514600"/>
            <a:ext cx="3108960" cy="2743200"/>
          </a:xfrm>
          <a:prstGeom prst="roundRect">
            <a:avLst>
              <a:gd name="adj" fmla="val 2000"/>
            </a:avLst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78240" y="2697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306324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Lucknow (7.75%) and Hyderabad (7.56%) post stronger margins than high-volume metros like Mumbai (6.03%) and Ahmedabad (5.83%) — metro discounting may be eroding margin more than it drives profit.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BharatKart E-Commerce Analytics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Analysis: Regional Classification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17 dataset states roll up into 4 business regions</a:t>
            </a:r>
            <a:endParaRPr lang="en-US" sz="1400" dirty="0"/>
          </a:p>
        </p:txBody>
      </p:sp>
      <p:pic>
        <p:nvPicPr>
          <p:cNvPr id="4" name="Image 0" descr="chart_map_region_classific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9080" y="1463040"/>
            <a:ext cx="4069080" cy="4983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BharatKart E-Commerce Analytics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&amp; Fulfilment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leads digital payments; delivery performance is strong</a:t>
            </a:r>
            <a:endParaRPr lang="en-US" sz="1400" dirty="0"/>
          </a:p>
        </p:txBody>
      </p:sp>
      <p:pic>
        <p:nvPicPr>
          <p:cNvPr id="4" name="Image 0" descr="chart_payment_metho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554480"/>
            <a:ext cx="5486400" cy="4754880"/>
          </a:xfrm>
          <a:prstGeom prst="rect">
            <a:avLst/>
          </a:prstGeom>
        </p:spPr>
      </p:pic>
      <p:pic>
        <p:nvPicPr>
          <p:cNvPr id="5" name="Image 1" descr="chart_order_statu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554480"/>
            <a:ext cx="5486400" cy="47548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BharatKart E-Commerce Analytics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 &amp; Margin Trend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Festive season (Sep–Nov) shows revenue peaks with margin compression</a:t>
            </a:r>
            <a:endParaRPr lang="en-US" sz="1400" dirty="0"/>
          </a:p>
        </p:txBody>
      </p:sp>
      <p:pic>
        <p:nvPicPr>
          <p:cNvPr id="4" name="Image 0" descr="chart_monthly_tr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1417320"/>
            <a:ext cx="9784080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BharatKart E-Commerce Analytics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Year-wise Sales Split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held broadly stable between 2024 and 2025</a:t>
            </a:r>
            <a:endParaRPr lang="en-US" sz="1400" dirty="0"/>
          </a:p>
        </p:txBody>
      </p:sp>
      <p:pic>
        <p:nvPicPr>
          <p:cNvPr id="4" name="Image 0" descr="chart_year_sa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06240" y="1371600"/>
            <a:ext cx="3749040" cy="3749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28800" y="53035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contributed ~50.9% of total sales vs. 49.1% in 2025 — a small year-on-year decline, suggesting stable but not growing performance.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BharatKart E-Commerce Analytics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9105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core, grow the edge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116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Maharashtra/Karnataka/Delhi/TN/Gujarat while targeting East &amp; North for diversification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645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159105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low-margin bestsellers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0116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discount depth on HP Pavilion 15 and similar high-revenue, negative-margin SKUs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246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19125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into Tier-2 profitability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6118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Lucknow, Hyderabad, Pune — healthier margins than saturated metros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306324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3246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319125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the 5.7% return rate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6118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Fashion and Electronics: sizing, quality, or delivery damage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846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79145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festive discount depth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2120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margin floors for Sep–Nov promotions to protect profitability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466344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4846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5508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479145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UPI-first + EMI options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52120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affordability barriers on high-ticket Electronics/Appliances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BharatKart E-Commerce Analytics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394960" y="3429000"/>
            <a:ext cx="13716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BharatKart E-Commerce Sales &amp; Customer Analytics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0" y="42062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8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2026-09-03T09:28:33Z</dcterms:created>
  <dcterms:modified xsi:type="dcterms:W3CDTF">2026-09-03T09:28:33Z</dcterms:modified>
</cp:coreProperties>
</file>